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82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415C4-926B-48F5-A75D-C663743CDCB5}" type="datetimeFigureOut">
              <a:rPr lang="pt-BR" smtClean="0"/>
              <a:t>20/03/2019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7E862-D2B4-4C0F-A6F9-C230232C49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3243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49C4A-FE27-4873-A385-695983403215}" type="datetime1">
              <a:rPr lang="pt-BR" smtClean="0"/>
              <a:t>20/03/2019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FF2F-77DD-4F40-872E-77F8F3AC5FF5}" type="datetime1">
              <a:rPr lang="pt-BR" smtClean="0"/>
              <a:t>20/03/2019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EC7EF-CEAD-4ABD-BB72-3C7D63DFE62B}" type="datetime1">
              <a:rPr lang="pt-BR" smtClean="0"/>
              <a:t>20/03/2019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F956-3E2E-49D9-B17D-892CD843C4C5}" type="datetime1">
              <a:rPr lang="pt-BR" smtClean="0"/>
              <a:t>20/03/2019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704F8-1BD6-43CA-AA0C-5046D3890597}" type="datetime1">
              <a:rPr lang="pt-BR" smtClean="0"/>
              <a:t>20/03/2019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‹nº›</a:t>
            </a:fld>
            <a:endParaRPr lang="pt-BR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4C4C-B148-4A6C-ADFA-2212F1CFE893}" type="datetime1">
              <a:rPr lang="pt-BR" smtClean="0"/>
              <a:t>20/03/2019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0755-3A5B-404C-9E79-C98C4D473AFF}" type="datetime1">
              <a:rPr lang="pt-BR" smtClean="0"/>
              <a:t>20/03/2019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CD0FF-E5B5-4C00-A79D-613F40E39130}" type="datetime1">
              <a:rPr lang="pt-BR" smtClean="0"/>
              <a:t>20/03/2019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E59E-8274-48F1-B24C-03F85F94CBA4}" type="datetime1">
              <a:rPr lang="pt-BR" smtClean="0"/>
              <a:t>20/03/2019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C41BC-7C28-4817-B5FA-D805794DB07C}" type="datetime1">
              <a:rPr lang="pt-BR" smtClean="0"/>
              <a:t>20/03/2019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D26C6-E863-4BB8-B06B-8A68CB96AC72}" type="datetime1">
              <a:rPr lang="pt-BR" smtClean="0"/>
              <a:t>20/03/2019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D09A538C-7B55-4A38-82E3-74AFCAEC7143}" type="datetime1">
              <a:rPr lang="pt-BR" smtClean="0"/>
              <a:t>20/03/2019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1E52B390-1820-4959-A3A0-5049A14C704C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infostarr.com/united-states-america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rendaneich.com/" TargetMode="External"/><Relationship Id="rId2" Type="http://schemas.openxmlformats.org/officeDocument/2006/relationships/hyperlink" Target="https://infostarr.com/brendan-eich-american-software-technologis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339752" y="476672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smtClean="0"/>
              <a:t>  </a:t>
            </a:r>
            <a:r>
              <a:rPr lang="pt-BR" sz="4000" b="1" dirty="0" smtClean="0">
                <a:solidFill>
                  <a:schemeClr val="bg1"/>
                </a:solidFill>
                <a:latin typeface="Arial Black" pitchFamily="34" charset="0"/>
              </a:rPr>
              <a:t>Brendan </a:t>
            </a:r>
            <a:r>
              <a:rPr lang="pt-BR" sz="4000" b="1" dirty="0" err="1" smtClean="0">
                <a:solidFill>
                  <a:schemeClr val="bg1"/>
                </a:solidFill>
                <a:latin typeface="Arial Black" pitchFamily="34" charset="0"/>
              </a:rPr>
              <a:t>Eich</a:t>
            </a:r>
            <a:endParaRPr lang="pt-BR" sz="4000" b="1" dirty="0">
              <a:solidFill>
                <a:schemeClr val="bg1"/>
              </a:solidFill>
              <a:latin typeface="Arial Black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916832"/>
            <a:ext cx="4121224" cy="4121224"/>
          </a:xfrm>
          <a:prstGeom prst="rect">
            <a:avLst/>
          </a:prstGeom>
        </p:spPr>
      </p:pic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26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987824" y="908720"/>
            <a:ext cx="5040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 smtClean="0">
                <a:latin typeface="Arial Black" pitchFamily="34" charset="0"/>
              </a:rPr>
              <a:t>Biography</a:t>
            </a:r>
            <a:endParaRPr lang="pt-BR" sz="4000" b="1" dirty="0">
              <a:latin typeface="Arial Black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115616" y="2420888"/>
            <a:ext cx="74168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itchFamily="34" charset="0"/>
              <a:buChar char="•"/>
            </a:pPr>
            <a:r>
              <a:rPr lang="pt-BR" sz="2400" b="1" dirty="0" err="1" smtClean="0">
                <a:solidFill>
                  <a:srgbClr val="C00000"/>
                </a:solidFill>
              </a:rPr>
              <a:t>Name</a:t>
            </a:r>
            <a:r>
              <a:rPr lang="pt-BR" sz="2400" b="1" dirty="0">
                <a:solidFill>
                  <a:srgbClr val="C00000"/>
                </a:solidFill>
              </a:rPr>
              <a:t>:</a:t>
            </a:r>
            <a:r>
              <a:rPr lang="pt-BR" sz="2400" dirty="0"/>
              <a:t> </a:t>
            </a:r>
            <a:r>
              <a:rPr lang="pt-BR" sz="2400" b="1" dirty="0"/>
              <a:t>Brendan </a:t>
            </a:r>
            <a:r>
              <a:rPr lang="pt-BR" sz="2400" b="1" dirty="0" err="1"/>
              <a:t>Eich</a:t>
            </a:r>
            <a:endParaRPr lang="pt-BR" sz="2400" dirty="0"/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sz="2400" b="1" dirty="0" err="1">
                <a:solidFill>
                  <a:srgbClr val="C00000"/>
                </a:solidFill>
              </a:rPr>
              <a:t>Nationality</a:t>
            </a:r>
            <a:r>
              <a:rPr lang="pt-BR" sz="2400" b="1" dirty="0">
                <a:solidFill>
                  <a:srgbClr val="C00000"/>
                </a:solidFill>
              </a:rPr>
              <a:t>:</a:t>
            </a:r>
            <a:r>
              <a:rPr lang="pt-BR" sz="2400" dirty="0"/>
              <a:t> American</a:t>
            </a:r>
          </a:p>
          <a:p>
            <a:pPr fontAlgn="base"/>
            <a:r>
              <a:rPr lang="pt-BR" sz="2400" dirty="0"/>
              <a:t>Born City:  Pittsburgh, </a:t>
            </a:r>
            <a:r>
              <a:rPr lang="pt-BR" sz="2400" dirty="0" err="1"/>
              <a:t>Pennsylvania</a:t>
            </a:r>
            <a:r>
              <a:rPr lang="pt-BR" sz="2400" dirty="0"/>
              <a:t>, </a:t>
            </a:r>
            <a:r>
              <a:rPr lang="pt-BR" sz="2400" dirty="0">
                <a:hlinkClick r:id="rId2"/>
              </a:rPr>
              <a:t>U.S.A</a:t>
            </a:r>
            <a:endParaRPr lang="pt-BR" sz="2400" dirty="0"/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sz="2400" b="1" dirty="0" err="1">
                <a:solidFill>
                  <a:srgbClr val="C00000"/>
                </a:solidFill>
              </a:rPr>
              <a:t>Birth</a:t>
            </a:r>
            <a:r>
              <a:rPr lang="pt-BR" sz="2400" b="1" dirty="0">
                <a:solidFill>
                  <a:srgbClr val="C00000"/>
                </a:solidFill>
              </a:rPr>
              <a:t> Date:</a:t>
            </a:r>
            <a:r>
              <a:rPr lang="pt-BR" sz="2400" dirty="0"/>
              <a:t>  July 4, 1961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sz="2400" b="1" dirty="0" err="1">
                <a:solidFill>
                  <a:srgbClr val="C00000"/>
                </a:solidFill>
              </a:rPr>
              <a:t>Profession</a:t>
            </a:r>
            <a:r>
              <a:rPr lang="pt-BR" sz="2400" b="1" dirty="0">
                <a:solidFill>
                  <a:srgbClr val="C00000"/>
                </a:solidFill>
              </a:rPr>
              <a:t> :</a:t>
            </a:r>
            <a:r>
              <a:rPr lang="pt-BR" sz="2400" dirty="0"/>
              <a:t>  Software </a:t>
            </a:r>
            <a:r>
              <a:rPr lang="pt-BR" sz="2400" dirty="0" err="1"/>
              <a:t>engineer</a:t>
            </a:r>
            <a:endParaRPr lang="pt-BR" sz="2400" dirty="0"/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sz="2400" b="1" dirty="0" err="1">
                <a:solidFill>
                  <a:srgbClr val="C00000"/>
                </a:solidFill>
              </a:rPr>
              <a:t>Religion</a:t>
            </a:r>
            <a:r>
              <a:rPr lang="pt-BR" sz="2400" b="1" dirty="0">
                <a:solidFill>
                  <a:srgbClr val="C00000"/>
                </a:solidFill>
              </a:rPr>
              <a:t>:</a:t>
            </a:r>
            <a:r>
              <a:rPr lang="pt-BR" sz="2400" dirty="0"/>
              <a:t>  </a:t>
            </a:r>
            <a:r>
              <a:rPr lang="pt-BR" sz="2400" dirty="0" err="1"/>
              <a:t>Christianity</a:t>
            </a:r>
            <a:endParaRPr lang="pt-BR" sz="2400" dirty="0"/>
          </a:p>
          <a:p>
            <a:endParaRPr lang="pt-BR" sz="240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527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131840" y="626785"/>
            <a:ext cx="3816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 smtClean="0">
                <a:latin typeface="Arial Black" pitchFamily="34" charset="0"/>
              </a:rPr>
              <a:t>Carrer</a:t>
            </a:r>
            <a:endParaRPr lang="pt-BR" sz="4000" b="1" dirty="0">
              <a:latin typeface="Arial Black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71829" y="1334671"/>
            <a:ext cx="806489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itchFamily="34" charset="0"/>
              <a:buChar char="•"/>
            </a:pPr>
            <a:r>
              <a:rPr lang="pt-BR" dirty="0"/>
              <a:t>Brendan </a:t>
            </a:r>
            <a:r>
              <a:rPr lang="pt-BR" dirty="0" err="1"/>
              <a:t>Eich</a:t>
            </a:r>
            <a:r>
              <a:rPr lang="pt-BR" dirty="0"/>
              <a:t> começou sua carreira (1985) na </a:t>
            </a:r>
            <a:r>
              <a:rPr lang="pt-BR" dirty="0" err="1"/>
              <a:t>Silicon</a:t>
            </a:r>
            <a:r>
              <a:rPr lang="pt-BR" dirty="0"/>
              <a:t> </a:t>
            </a:r>
            <a:r>
              <a:rPr lang="pt-BR" dirty="0" err="1"/>
              <a:t>Graphics</a:t>
            </a:r>
            <a:r>
              <a:rPr lang="pt-BR" dirty="0"/>
              <a:t>, ele trabalhou lá por sete anos em códigos de rede e sistema operacional.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dirty="0"/>
              <a:t> Depois disso, Brendan trabalhou (1992) por três anos na </a:t>
            </a:r>
            <a:r>
              <a:rPr lang="pt-BR" dirty="0" err="1"/>
              <a:t>MicroUnity</a:t>
            </a:r>
            <a:r>
              <a:rPr lang="pt-BR" dirty="0"/>
              <a:t> Systems </a:t>
            </a:r>
            <a:r>
              <a:rPr lang="pt-BR" dirty="0" err="1"/>
              <a:t>Engineering</a:t>
            </a:r>
            <a:r>
              <a:rPr lang="pt-BR" dirty="0"/>
              <a:t>, escrevendo código DSP e </a:t>
            </a:r>
            <a:r>
              <a:rPr lang="pt-BR" dirty="0" err="1"/>
              <a:t>microkerne</a:t>
            </a:r>
            <a:r>
              <a:rPr lang="pt-BR" dirty="0"/>
              <a:t>.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dirty="0"/>
              <a:t> </a:t>
            </a:r>
            <a:r>
              <a:rPr lang="pt-BR" dirty="0" err="1"/>
              <a:t>Eich</a:t>
            </a:r>
            <a:r>
              <a:rPr lang="pt-BR" dirty="0"/>
              <a:t> começou a trabalhar (abril de 1995) na Netscape Communications Corporation.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dirty="0"/>
              <a:t> </a:t>
            </a:r>
            <a:r>
              <a:rPr lang="pt-BR" dirty="0" err="1"/>
              <a:t>Eich</a:t>
            </a:r>
            <a:r>
              <a:rPr lang="pt-BR" dirty="0"/>
              <a:t> projetou </a:t>
            </a:r>
            <a:r>
              <a:rPr lang="pt-BR" dirty="0" err="1"/>
              <a:t>JavaScript</a:t>
            </a:r>
            <a:r>
              <a:rPr lang="pt-BR" dirty="0"/>
              <a:t> na Netscape em setembro de 1995. Primeiro foi chamado mocha, depois renomeado para </a:t>
            </a:r>
            <a:r>
              <a:rPr lang="pt-BR" dirty="0" err="1"/>
              <a:t>LiveScript</a:t>
            </a:r>
            <a:r>
              <a:rPr lang="pt-BR" dirty="0"/>
              <a:t> e depois disso foi chamado Java Script.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dirty="0"/>
              <a:t> Brendan </a:t>
            </a:r>
            <a:r>
              <a:rPr lang="pt-BR" dirty="0" err="1"/>
              <a:t>co-fundou</a:t>
            </a:r>
            <a:r>
              <a:rPr lang="pt-BR" dirty="0"/>
              <a:t> o projeto Mozilla (1998) com Mitchell Baker. Ele serviu como arquiteto-chefe da Mozilla.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dirty="0"/>
              <a:t> </a:t>
            </a:r>
            <a:r>
              <a:rPr lang="pt-BR" dirty="0" err="1"/>
              <a:t>Eich</a:t>
            </a:r>
            <a:r>
              <a:rPr lang="pt-BR" dirty="0"/>
              <a:t> tornou-se (2005) CTO da Mozilla Corporation.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dirty="0"/>
              <a:t> </a:t>
            </a:r>
            <a:r>
              <a:rPr lang="pt-BR" dirty="0" err="1"/>
              <a:t>Eich</a:t>
            </a:r>
            <a:r>
              <a:rPr lang="pt-BR" dirty="0"/>
              <a:t> foi promovido (março 24,2014) para CEO da Mozilla Corporation. Depois de alguns meses em 3 de abril de 2014, ele se demitiu de trabalhar na Mozilla.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dirty="0" err="1"/>
              <a:t>Eich</a:t>
            </a:r>
            <a:r>
              <a:rPr lang="pt-BR" dirty="0"/>
              <a:t> é o CEO da </a:t>
            </a:r>
            <a:r>
              <a:rPr lang="pt-BR" dirty="0" err="1"/>
              <a:t>Brave</a:t>
            </a:r>
            <a:r>
              <a:rPr lang="pt-BR" dirty="0"/>
              <a:t> Software, uma empresa de segurança na Internet.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dirty="0"/>
              <a:t>Ele é o fundador do Basic </a:t>
            </a:r>
            <a:r>
              <a:rPr lang="pt-BR" dirty="0" err="1"/>
              <a:t>Attention</a:t>
            </a:r>
            <a:r>
              <a:rPr lang="pt-BR" dirty="0"/>
              <a:t> Token (BAT).</a:t>
            </a:r>
          </a:p>
          <a:p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57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539552" y="2492896"/>
            <a:ext cx="5400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itchFamily="34" charset="0"/>
              <a:buChar char="•"/>
            </a:pPr>
            <a:r>
              <a:rPr lang="pt-BR" b="1" dirty="0" err="1" smtClean="0">
                <a:solidFill>
                  <a:srgbClr val="C00000"/>
                </a:solidFill>
              </a:rPr>
              <a:t>University</a:t>
            </a:r>
            <a:r>
              <a:rPr lang="pt-BR" b="1" dirty="0" smtClean="0">
                <a:solidFill>
                  <a:srgbClr val="C00000"/>
                </a:solidFill>
              </a:rPr>
              <a:t>/</a:t>
            </a:r>
            <a:r>
              <a:rPr lang="pt-BR" b="1" dirty="0" err="1" smtClean="0">
                <a:solidFill>
                  <a:srgbClr val="C00000"/>
                </a:solidFill>
              </a:rPr>
              <a:t>College</a:t>
            </a:r>
            <a:r>
              <a:rPr lang="pt-BR" b="1" dirty="0" smtClean="0">
                <a:solidFill>
                  <a:srgbClr val="C00000"/>
                </a:solidFill>
              </a:rPr>
              <a:t> :</a:t>
            </a:r>
            <a:r>
              <a:rPr lang="pt-BR" dirty="0" smtClean="0"/>
              <a:t>  Santa Clara </a:t>
            </a:r>
            <a:r>
              <a:rPr lang="pt-BR" dirty="0" err="1" smtClean="0"/>
              <a:t>University</a:t>
            </a:r>
            <a:r>
              <a:rPr lang="pt-BR" dirty="0" smtClean="0"/>
              <a:t> , </a:t>
            </a:r>
            <a:r>
              <a:rPr lang="pt-BR" dirty="0" err="1" smtClean="0"/>
              <a:t>University</a:t>
            </a:r>
            <a:r>
              <a:rPr lang="pt-BR" dirty="0" smtClean="0"/>
              <a:t> </a:t>
            </a:r>
            <a:r>
              <a:rPr lang="pt-BR" dirty="0" err="1" smtClean="0"/>
              <a:t>of</a:t>
            </a:r>
            <a:r>
              <a:rPr lang="pt-BR" dirty="0" smtClean="0"/>
              <a:t> Illinois </a:t>
            </a:r>
            <a:r>
              <a:rPr lang="pt-BR" dirty="0" err="1" smtClean="0"/>
              <a:t>at</a:t>
            </a:r>
            <a:r>
              <a:rPr lang="pt-BR" dirty="0" smtClean="0"/>
              <a:t> Urbana–</a:t>
            </a:r>
            <a:r>
              <a:rPr lang="pt-BR" dirty="0" err="1" smtClean="0"/>
              <a:t>Champaign</a:t>
            </a:r>
            <a:endParaRPr lang="pt-BR" dirty="0" smtClean="0"/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b="1" dirty="0" err="1" smtClean="0">
                <a:solidFill>
                  <a:srgbClr val="C00000"/>
                </a:solidFill>
              </a:rPr>
              <a:t>Degree</a:t>
            </a:r>
            <a:r>
              <a:rPr lang="pt-BR" dirty="0" smtClean="0"/>
              <a:t>:  </a:t>
            </a:r>
            <a:r>
              <a:rPr lang="pt-BR" dirty="0" err="1" smtClean="0"/>
              <a:t>Bachelor’s</a:t>
            </a:r>
            <a:r>
              <a:rPr lang="pt-BR" dirty="0" smtClean="0"/>
              <a:t> in </a:t>
            </a:r>
            <a:r>
              <a:rPr lang="pt-BR" dirty="0" err="1"/>
              <a:t>M</a:t>
            </a:r>
            <a:r>
              <a:rPr lang="pt-BR" dirty="0" err="1" smtClean="0"/>
              <a:t>athematics</a:t>
            </a:r>
            <a:r>
              <a:rPr lang="pt-BR" dirty="0" smtClean="0"/>
              <a:t> </a:t>
            </a:r>
            <a:r>
              <a:rPr lang="pt-BR" dirty="0" err="1" smtClean="0"/>
              <a:t>and</a:t>
            </a:r>
            <a:r>
              <a:rPr lang="pt-BR" dirty="0" smtClean="0"/>
              <a:t> </a:t>
            </a:r>
            <a:r>
              <a:rPr lang="pt-BR" dirty="0" err="1" smtClean="0"/>
              <a:t>computer</a:t>
            </a:r>
            <a:r>
              <a:rPr lang="pt-BR" dirty="0" smtClean="0"/>
              <a:t> </a:t>
            </a:r>
            <a:r>
              <a:rPr lang="pt-BR" dirty="0" err="1" smtClean="0"/>
              <a:t>science</a:t>
            </a:r>
            <a:r>
              <a:rPr lang="pt-BR" dirty="0" smtClean="0"/>
              <a:t> ,   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pt-BR" dirty="0" err="1" smtClean="0"/>
              <a:t>Master’s</a:t>
            </a:r>
            <a:r>
              <a:rPr lang="pt-BR" dirty="0" smtClean="0"/>
              <a:t> </a:t>
            </a:r>
            <a:r>
              <a:rPr lang="pt-BR" dirty="0" err="1" smtClean="0"/>
              <a:t>degree</a:t>
            </a:r>
            <a:r>
              <a:rPr lang="pt-BR" dirty="0" smtClean="0"/>
              <a:t>: </a:t>
            </a:r>
          </a:p>
          <a:p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971600" y="836712"/>
            <a:ext cx="7272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err="1" smtClean="0">
                <a:latin typeface="Arial Black" pitchFamily="34" charset="0"/>
              </a:rPr>
              <a:t>Contributions</a:t>
            </a:r>
            <a:r>
              <a:rPr lang="pt-BR" sz="2800" b="1" dirty="0" smtClean="0">
                <a:latin typeface="Arial Black" pitchFamily="34" charset="0"/>
              </a:rPr>
              <a:t> for Computer Science</a:t>
            </a:r>
            <a:endParaRPr lang="pt-BR" sz="2800" b="1" dirty="0">
              <a:latin typeface="Arial Black" pitchFamily="34" charset="0"/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549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331640" y="1412776"/>
            <a:ext cx="6480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hlinkClick r:id="rId2"/>
              </a:rPr>
              <a:t>https://infostarr.com/brendan-eich-american-software-technologist/</a:t>
            </a:r>
            <a:endParaRPr lang="pt-BR" dirty="0" smtClean="0"/>
          </a:p>
          <a:p>
            <a:r>
              <a:rPr lang="pt-BR" dirty="0" smtClean="0">
                <a:hlinkClick r:id="rId3"/>
              </a:rPr>
              <a:t>https://brendaneich.com/</a:t>
            </a:r>
            <a:endParaRPr lang="pt-BR" dirty="0" smtClean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B390-1820-4959-A3A0-5049A14C704C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14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94</TotalTime>
  <Words>52</Words>
  <Application>Microsoft Office PowerPoint</Application>
  <PresentationFormat>Apresentação na tela (4:3)</PresentationFormat>
  <Paragraphs>29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NewsPrint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Estudos</dc:creator>
  <cp:lastModifiedBy>Estudos</cp:lastModifiedBy>
  <cp:revision>6</cp:revision>
  <dcterms:created xsi:type="dcterms:W3CDTF">2019-03-20T22:13:56Z</dcterms:created>
  <dcterms:modified xsi:type="dcterms:W3CDTF">2019-03-20T23:48:18Z</dcterms:modified>
</cp:coreProperties>
</file>